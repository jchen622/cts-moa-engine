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Everything quoted in this deck comes from a real run on 21 Aug 2026, not a mock-up. The three guarantees on the left are the design constraints the tool was built to honour.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Counts are from PubMed, filtered to the series title convention, and match the team deck. The right-hand column is not a caricature: the twelve purplebook-search downloads and the mostly-empty contact grid are both sitting in the ASCPT Drive folder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key point for a sceptical listener is stage 2: collecting approvals is easy, deciding which are genuinely novel is the part that needed real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'why not just use the FDA API?', this is the slide. The openFDA behaviour is not a bug in our code — it is how their nested search works — but it would have produced a queue full of decades-old drugs with nobody noticing.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linger on. The distinction that matters: FDA's NME class alone is not enough — it would have let through a new BLA for bevacizumab as if it were a new molecule. The moiety index catches that; the new-route rule then decides it is interesting anyway, for a different and explicit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scoring is deliberately arithmetic rather than clever. If the group thinks a coverage gap should outweigh first-in-class, that is a one-line change in classify.py and the deck's numbers move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2026 programme was used as a stand-in, which is why the dates read March 2026. In practice you would drop in the 2027 export. Note that the matches shown are real rows from that file — Brian Moser, Can Liu and Jin Zhou are genuinely presenting at those poster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saying out loud: the backtest is the reason to believe any of this. It also caught a real bug — the Type 2 gap — which is a good answer to 'how do you know it's right?'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portability slide matters for the durability question: the tool is not tied to one laptop or one person, though someone still has to choose to run it. The only requirement is Python 3 — there is nothing to sign in to, and a browser window is the whole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ownership question rather than on the technology. The tool removes the effort but not the accountability, and the group has to place that somewhere.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371600"/>
            <a:ext cx="128016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645920"/>
            <a:ext cx="80467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C222B"/>
                </a:solidFill>
                <a:latin typeface="Arial"/>
              </a:rPr>
              <a:t>The MOA sourcing 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F4E79"/>
                </a:solidFill>
                <a:latin typeface="Arial"/>
              </a:rPr>
              <a:t>How new drug approvals become mini-review candidates —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35C69"/>
                </a:solidFill>
                <a:latin typeface="Arial"/>
              </a:rPr>
              <a:t>A small program that watches every FDA approval, keeps only the genuinely novel agents, ranks them for the MOA mini-review series, and once a year tells you which sponsors will be standing at which poster at the ASCPT Annual Meeting.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4590288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Runs when you run it — </a:t>
            </a:r>
            <a:r>
              <a:rPr sz="1200">
                <a:solidFill>
                  <a:srgbClr val="535C69"/>
                </a:solidFill>
                <a:latin typeface="Arial"/>
              </a:rPr>
              <a:t>no background surprises; start and stop at will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13892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5157216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Writes nothing by default — </a:t>
            </a:r>
            <a:r>
              <a:rPr sz="1200">
                <a:solidFill>
                  <a:srgbClr val="535C69"/>
                </a:solidFill>
                <a:latin typeface="Arial"/>
              </a:rPr>
              <a:t>every write needs an explicit --go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0585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5724144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Never sends email — </a:t>
            </a:r>
            <a:r>
              <a:rPr sz="1200">
                <a:solidFill>
                  <a:srgbClr val="535C69"/>
                </a:solidFill>
                <a:latin typeface="Arial"/>
              </a:rPr>
              <a:t>it drafts invitations; you send them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645920"/>
            <a:ext cx="3651199" cy="448056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02168" y="1874519"/>
            <a:ext cx="319399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IN ONE RUN, TODAY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29,278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FDA applications indexed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novel agents in the current queue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18/19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published MOA papers the filter would have found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10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candidates with named ASCPT 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The problem: the series has never held a steady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MOA MINI-REVIEWS PUBLISHED PER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1755648"/>
            <a:ext cx="307570" cy="329184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14578" y="1810512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951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2249424"/>
            <a:ext cx="3383280" cy="32918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90288" y="2304288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889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15568" y="2743200"/>
            <a:ext cx="615141" cy="329184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22149" y="2798064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28269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15568" y="3236976"/>
            <a:ext cx="1537854" cy="329184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44862" y="3291840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5 (to Aug)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033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35C69"/>
                </a:solidFill>
                <a:latin typeface="Arial"/>
              </a:rPr>
              <a:t>A launch batch, a collapse, a partial recovery. The 2025 trough is what happens when every step of sourcing needs a person to remember to start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1371600"/>
            <a:ext cx="54799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THE PROCESS THIS REPLACES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700784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91072" y="1792224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1.  Download the Purple Book by hand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12 monthly files sat in Drive, unread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767" y="2322576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450592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91072" y="2542032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2.  Skim for anything new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no record of what had been reviewed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4767" y="307238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3200400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91072" y="3291840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3.  Look up who to contact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a 44-company grid with one row filled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4767" y="3822192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950208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1072" y="4041648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4.  Send an invitation, sometimes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no queue, no owner, no follow-up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4892040"/>
            <a:ext cx="54799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B3A3A"/>
                </a:solidFill>
                <a:latin typeface="Arial"/>
              </a:rPr>
              <a:t>Every arrow needs a human to push it. Miss one month and the queue is empty.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The pipeline,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773936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6656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1. COLLECT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Two FDA feeds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Drugs@FDA bulk files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Purple Book (CBER)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2576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0592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450592" y="1371600"/>
            <a:ext cx="1773936" cy="50292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560320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B3A3A"/>
                </a:solidFill>
                <a:latin typeface="Arial"/>
              </a:rPr>
              <a:t>2. FILTER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Is it a novel agent?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known-moiety index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new-route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34256" y="1371600"/>
            <a:ext cx="1773936" cy="50292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43984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DB6CE"/>
                </a:solidFill>
                <a:latin typeface="Arial"/>
              </a:rPr>
              <a:t>3. CLASSIFY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What kind of drug?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modality from INN stem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coverage-gap flag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371600"/>
            <a:ext cx="1773936" cy="50292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7648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DB6CE"/>
                </a:solidFill>
                <a:latin typeface="Arial"/>
              </a:rPr>
              <a:t>4. ENRICH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Who could write it?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PubMed prior-review check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candidate authors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4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101584" y="1371600"/>
            <a:ext cx="1773936" cy="50292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11312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DB6CE"/>
                </a:solidFill>
                <a:latin typeface="Arial"/>
              </a:rPr>
              <a:t>5. RANK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How urgent?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0–100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reasons recorded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85248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985248" y="1371600"/>
            <a:ext cx="1773936" cy="50292"/>
          </a:xfrm>
          <a:prstGeom prst="rect">
            <a:avLst/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094976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E6B52"/>
                </a:solidFill>
                <a:latin typeface="Arial"/>
              </a:rPr>
              <a:t>6. DELIVER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Where it lands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queue sheet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dossier + drafts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5643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WHAT COMES OUT — three files in one folder on your computer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3232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MOA candidate queue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Append-only. The machine fills the facts; the AE owner and Status columns are yours and are never overwritten.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43984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ASCPT recruiting dossier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Ranked candidates joined to the meeting programme — poster numbers, times and the names of the people presenting.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2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4736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Invitation drafts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One editable draft per candidate, opened in a browser or Word. Nothing is sent; you review, edit and send each one yourself.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TWO CADENCES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504688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Monthly — a light run tops up the queue so nothing is lost between meetings.  ·  Early February — the annual run builds the dossier about four weeks before ASCPT, in time to arrange conversations.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 1 —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Where the data comes from, and why it takes two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53312"/>
            <a:ext cx="5623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499616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SOURCE A — Drugs@FDA bulk files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A 6 MB zip of 12 relational tables, rebuilt daily. Joining Applications × Submissions × Products gives every original approval and its FDA submission class.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Covers:  all NDAs, plus CDER-regulated biologics (BLA 761xxx)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B3A3A"/>
                </a:solidFill>
                <a:latin typeface="Arial"/>
              </a:rPr>
              <a:t>Misses:  CBER products — cell and gene therapy, vaccines, plasma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767328"/>
            <a:ext cx="5623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3913632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SOURCE B — Purple Book monthly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Already a change report, not a snapshot: an N/R/U column marks each row New, added in Release, or Updated. No month-to-month diffing needed — which the manual process never exploited.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Covers:  CBER biologics — exactly the modality gaps the series has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Excludes:  351(k) biosimilars and interchangeables, by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64808" y="1353312"/>
            <a:ext cx="5159959" cy="16002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47688" y="1499616"/>
            <a:ext cx="4794199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WHY BOTH — the proof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BLA 125730 (StrataGraft, a cell therapy) is absent from Drugs@FDA entirely. Only 73 of the classic 125xxx CBER applications appear there at all. Without the Purple Book, the series would never see a cell or gene therapy approval.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4808" y="3090672"/>
            <a:ext cx="5159959" cy="2962656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47688" y="3236976"/>
            <a:ext cx="47941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9B3A3A"/>
                </a:solidFill>
                <a:latin typeface="Arial"/>
              </a:rPr>
              <a:t>⚠  A TRAP WORTH KNOWING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The obvious approach — the openFDA web API — silently returns wrong answers here. It matches conditions across the whole application document rather than within one submission, so: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47688" y="4279392"/>
            <a:ext cx="4794199" cy="480060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93992" y="4425696"/>
            <a:ext cx="4501591" cy="1874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E8ECF1"/>
                </a:solidFill>
                <a:latin typeface="Menlo"/>
              </a:rPr>
              <a:t>search=date:[2026] AND class:"TYPE 1"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4773168"/>
            <a:ext cx="4794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claims 279 results and returns approvals from 2008, 2014, 2016, 2019 and 2020. The bulk files are used instead precisely because they allow a correct per-submission join.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 2 —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What counts as a “novel agent” — the heart of the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Novelty is decided against a known-moiety index built from all 29,278 applications in the FDA record — not a keyword list. Every verdict carries a plain-text reason you can argue with.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562356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49808" y="1920240"/>
            <a:ext cx="1051560" cy="256032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86000"/>
            <a:ext cx="52578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First approval of a moiety </a:t>
            </a:r>
            <a:r>
              <a:rPr sz="1050">
                <a:solidFill>
                  <a:srgbClr val="535C69"/>
                </a:solidFill>
                <a:latin typeface="Arial"/>
              </a:rPr>
              <a:t>anywhere in the FDA record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A combination with one new component </a:t>
            </a:r>
            <a:r>
              <a:rPr sz="1050">
                <a:solidFill>
                  <a:srgbClr val="535C69"/>
                </a:solidFill>
                <a:latin typeface="Arial"/>
              </a:rPr>
              <a:t>— cefepime + zidebactam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New active ingredient </a:t>
            </a:r>
            <a:r>
              <a:rPr sz="1050">
                <a:solidFill>
                  <a:srgbClr val="535C69"/>
                </a:solidFill>
                <a:latin typeface="Arial"/>
              </a:rPr>
              <a:t>— an enantiomer or salt (esketamine)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Known molecule by a new route </a:t>
            </a:r>
            <a:r>
              <a:rPr sz="1050">
                <a:solidFill>
                  <a:srgbClr val="535C69"/>
                </a:solidFill>
                <a:latin typeface="Arial"/>
              </a:rPr>
              <a:t>— intrathecal Zolgensma (ITVISMA), ophthalmic bevacizumab (LYTENAVA)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434840"/>
            <a:ext cx="562356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49808" y="4572000"/>
            <a:ext cx="1051560" cy="256032"/>
          </a:xfrm>
          <a:prstGeom prst="roundRect">
            <a:avLst>
              <a:gd name="adj" fmla="val 18000"/>
            </a:avLst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EXCLUDED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937760"/>
            <a:ext cx="5257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Generics (ANDAs), biosimilars and interchangeables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Reformulations and new combinations of old drugs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Repeat applications by the same route — a reformulated COVID-19 vaccine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Plasma-derived products — immune globulin, prothrombin complex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7830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REAL VERDICTS FROM THE LAST RUN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64808" y="2084831"/>
          <a:ext cx="5159959" cy="35935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8760"/>
                <a:gridCol w="3651199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Agent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orforglipron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first approval of this moiety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zidebactam
(with cefepime)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novel component in a combination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onasemnogene
abeparvovec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new route: intrathecal; new brand ITVISMA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bevacizumab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new brand LYTENAVA on an NME-classed original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COVID-19 vaccine
mRNA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previously approved moiety and route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ranibizumab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previously approved moiety and route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immune globulin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plasma-derived, non-novel class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64808" y="5742432"/>
            <a:ext cx="5159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The new-route rule is why the two “known molecule” rows are keeps, not drops.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STEPS 3–5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Classify, enrich, and 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562356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5257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CLASSIFY — modality from the drug's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INN stems are a naming convention, so the name itself encodes the modality. The list follows the 2021 WHO revision that replaced “-mab” with -tug, -bart, -mig and -ment — without it, current antibodies such as veligrotug get filed as small molecules.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926080"/>
            <a:ext cx="562356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3063240"/>
            <a:ext cx="5257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ENRICH — ask PubMed two questions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1.  Has a mechanism-of-action review already been written? If so, don't invite a duplicate.
2.  Who publishes clinical pharmacology on this drug? Those names become the suggested authors.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26280"/>
            <a:ext cx="5623560" cy="16002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663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GAP FLAGS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A candidate that fills a hole in the series scores higher. The gap list comes straight from the team deck: cell &amp; gene therapy, CAR-T, radioligand therapy, siRNA/ASO, incretins &amp; cardiometabolic, vaccines, AI-derived assets.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13258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RANK — a legible 0–100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627632"/>
            <a:ext cx="5159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Not a black box. Every term is recorded on the row, so the group can disagree with the weights and change them in one place.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64808" y="2148840"/>
            <a:ext cx="5159959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47688" y="2286000"/>
            <a:ext cx="4794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WORKED EXAMPLE — insulin icodec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+40   </a:t>
            </a:r>
            <a:r>
              <a:rPr sz="1000">
                <a:solidFill>
                  <a:srgbClr val="1C222B"/>
                </a:solidFill>
                <a:latin typeface="Arial"/>
              </a:rPr>
              <a:t>first-in-human moiety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+22   </a:t>
            </a:r>
            <a:r>
              <a:rPr sz="1000">
                <a:solidFill>
                  <a:srgbClr val="1C222B"/>
                </a:solidFill>
                <a:latin typeface="Arial"/>
              </a:rPr>
              <a:t>fills coverage gap: incretins &amp; cardiometabolic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+8   </a:t>
            </a:r>
            <a:r>
              <a:rPr sz="1000">
                <a:solidFill>
                  <a:srgbClr val="1C222B"/>
                </a:solidFill>
                <a:latin typeface="Arial"/>
              </a:rPr>
              <a:t>no existing MOA review found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+6   </a:t>
            </a:r>
            <a:r>
              <a:rPr sz="1000">
                <a:solidFill>
                  <a:srgbClr val="1C222B"/>
                </a:solidFill>
                <a:latin typeface="Arial"/>
              </a:rPr>
              <a:t>clin pharm literature exists, 13 papers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+8   </a:t>
            </a:r>
            <a:r>
              <a:rPr sz="1000">
                <a:solidFill>
                  <a:srgbClr val="1C222B"/>
                </a:solidFill>
                <a:latin typeface="Arial"/>
              </a:rPr>
              <a:t>approved this year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Menlo"/>
              </a:rPr>
              <a:t>   84   </a:t>
            </a:r>
            <a:r>
              <a:rPr sz="1100" b="1">
                <a:solidFill>
                  <a:srgbClr val="1C222B"/>
                </a:solidFill>
                <a:latin typeface="Arial"/>
              </a:rPr>
              <a:t>total — top of the current queue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64808" y="4526280"/>
            <a:ext cx="5159959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47688" y="4663440"/>
            <a:ext cx="4794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SCORES GO DOWN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−30  a MOA review already exists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−15  diagnostic rather than therapeutic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−8   no clin pharm literature, authors unclear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THE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The ASCPT dossier — who to find, and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Run about four weeks before the Annual Meeting. It joins the ranked queue to your programme export, so a candidate drug becomes a named person at a numbered poster at a known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1051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ACTUAL OUTPUT FROM THE CURRENT RUN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7839" cy="15819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"/>
                <a:gridCol w="1737360"/>
                <a:gridCol w="566928"/>
                <a:gridCol w="621792"/>
                <a:gridCol w="7747711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4E7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4E79"/>
                          </a:solidFill>
                          <a:latin typeface="Arial"/>
                        </a:rPr>
                        <a:t>Drug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4E79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4E79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4E79"/>
                          </a:solidFill>
                          <a:latin typeface="Arial"/>
                        </a:rPr>
                        <a:t>Who to find at the meeting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insulin icodec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Novo Nordisk — 2 posters, Poster Session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orforglipron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Brian Moser (Eli Lilly) — Poster PI-072, Session I, 3/4 5:00 PM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iberdomide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Can Liu (Bristol-Myers Squibb) — Poster PI-066, Session I, 3/4 5:00 PM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bulevirtide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C222B"/>
                          </a:solidFill>
                          <a:latin typeface="Arial"/>
                        </a:rPr>
                        <a:t>Jin Zhou (Gilead Sciences) — Poster PI-014, Session I, 3/4 5:00 PM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3977639"/>
            <a:ext cx="56235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114800"/>
            <a:ext cx="5257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HOW A MATCH IS MADE — three signals, strongest first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1.  Drug named in the poster title — </a:t>
            </a:r>
            <a:r>
              <a:rPr sz="1050">
                <a:solidFill>
                  <a:srgbClr val="535C69"/>
                </a:solidFill>
                <a:latin typeface="Arial"/>
              </a:rPr>
              <a:t>the work is about this drug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2.  Drug named in the abstract text — </a:t>
            </a:r>
            <a:r>
              <a:rPr sz="1050">
                <a:solidFill>
                  <a:srgbClr val="535C69"/>
                </a:solidFill>
                <a:latin typeface="Arial"/>
              </a:rPr>
              <a:t>often catches what the title omits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3.  Sponsor is the presenting organisation — </a:t>
            </a:r>
            <a:r>
              <a:rPr sz="1050">
                <a:solidFill>
                  <a:srgbClr val="535C69"/>
                </a:solidFill>
                <a:latin typeface="Arial"/>
              </a:rPr>
              <a:t>that company is in the room, even if the poster is on something else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Reported as leads to check, never as facts: a poster naming a drug does not prove the person who owns the molecule is standing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4808" y="3977639"/>
            <a:ext cx="5159959" cy="210312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47688" y="4114800"/>
            <a:ext cx="479419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THE ONE MANUAL STEP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The ASCPT programme is rendered in the browser by EventScribe and cannot be fetched by any script — every URL returns the same empty shell. So once a year you export it yourself and point the tool at the sheet.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Include the Presenting Author columns and you get names. Without them, matching still works on company and title — you just lose the person.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DOES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Backtest against the papers the series actually published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The 19 published MOA mini-reviews are the only labelled data that exists. The test: re-scan every FDA approval since 2015 and ask whether the filter would have surfaced the drugs that became papers.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RECALL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E6B52"/>
                </a:solidFill>
                <a:latin typeface="Arial"/>
              </a:rPr>
              <a:t>18 / 19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published MOA drugs are surfaced by the filter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5928" y="1828800"/>
            <a:ext cx="7628839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178808" y="2011680"/>
            <a:ext cx="72630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THE ONE MISS — molnupiravir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It only ever held an Emergency Use Authorization and never received full FDA approval, so it appears nowhere in Drugs@FDA. This is a limit of the source, not a defect in the filter — EUA products are invisible to the tool and have to be spotted by a person.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30752"/>
            <a:ext cx="11057839" cy="141732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5528" y="3895344"/>
            <a:ext cx="1060063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WHAT THE BACKTEST CHANGED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222B"/>
                </a:solidFill>
                <a:latin typeface="Arial"/>
              </a:rPr>
              <a:t>The first version scored 17/19 and excluded esketamine. Investigating showed why: esketamine is FDA class Type 2 — a new active ingredient, the enantiomer of an approved drug — not a Type 1 new molecular entity. Since the series had published it, Type 2 was added as a lower-scoring tier. The test found a real gap in the rules, which is the point of having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492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RE-RUN IT AFTER ANY 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623560"/>
            <a:ext cx="4754880" cy="480060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5769864"/>
            <a:ext cx="4462272" cy="1874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python3 backtest.py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5742432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35C69"/>
                </a:solidFill>
                <a:latin typeface="Arial"/>
              </a:rPr>
              <a:t>A filter that rejects drugs the series actually published is not ready to trust.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Commands, control, and the safety 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EVERYDAY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6766560" cy="1229868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1719072"/>
            <a:ext cx="6473952" cy="937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check              # verify everything; writes nothing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scan --days 120    # preview candidates; writes nothing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update --go        # add new candidates to the queue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dossier --go       # build the ASCPT dossier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invites --go       # draft the letters, once you've read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9923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TURNING THE SCHEDULE ON AND 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73552"/>
            <a:ext cx="6766560" cy="854964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419856"/>
            <a:ext cx="6473952" cy="5623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start              # monthly, 7th at 09:17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status             # on or off?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stop               # removes it completely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43484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It is off by default. If the Mac is asleep the job runs at next wake, and a missed month costs nothing: each run re-scans a trailing window and de-duplicates by key, so it self-heals. Running twice adds nothing the second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1298448"/>
            <a:ext cx="4016959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90688" y="1444752"/>
            <a:ext cx="3651199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E6B52"/>
                </a:solidFill>
                <a:latin typeface="Arial"/>
              </a:rPr>
              <a:t>THE SAFETY RAILS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Dry run by default — </a:t>
            </a:r>
            <a:r>
              <a:rPr sz="1050">
                <a:solidFill>
                  <a:srgbClr val="535C69"/>
                </a:solidFill>
                <a:latin typeface="Arial"/>
              </a:rPr>
              <a:t>nothing is written without --go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No email, ever — </a:t>
            </a:r>
            <a:r>
              <a:rPr sz="1050">
                <a:solidFill>
                  <a:srgbClr val="535C69"/>
                </a:solidFill>
                <a:latin typeface="Arial"/>
              </a:rPr>
              <a:t>invitations are drafted for you to send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Your columns are yours — </a:t>
            </a:r>
            <a:r>
              <a:rPr sz="1050">
                <a:solidFill>
                  <a:srgbClr val="535C69"/>
                </a:solidFill>
                <a:latin typeface="Arial"/>
              </a:rPr>
              <a:t>AE owner and Status are never overwritten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No guessed contacts — </a:t>
            </a:r>
            <a:r>
              <a:rPr sz="1050">
                <a:solidFill>
                  <a:srgbClr val="535C69"/>
                </a:solidFill>
                <a:latin typeface="Arial"/>
              </a:rPr>
              <a:t>a weak name match reports NEEDS LOOKUP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3767328"/>
            <a:ext cx="4016959" cy="22860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90688" y="3913632"/>
            <a:ext cx="3651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HANDING IT TO SOMEONE ELSE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1.  Copy the folder (not settings.json, cache or output).
2.  They double-click CTS MOA Engine.
3.  There is no step 3.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No account, no credential, no API key, no server. Everything stays on the machine it runs on. The only requirement is Python 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What it does not do — and what the group should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KNOWN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27632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EUA products are invisible </a:t>
            </a:r>
            <a:r>
              <a:rPr sz="1050">
                <a:solidFill>
                  <a:srgbClr val="535C69"/>
                </a:solidFill>
                <a:latin typeface="Arial"/>
              </a:rPr>
              <a:t>— molnupiravir never entered Drugs@FDA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Route data is imperfect </a:t>
            </a:r>
            <a:r>
              <a:rPr sz="1050">
                <a:solidFill>
                  <a:srgbClr val="535C69"/>
                </a:solidFill>
                <a:latin typeface="Arial"/>
              </a:rPr>
              <a:t>— Drugs@FDA has no route column; it is parsed out of the dosage form, which sometimes holds a presentation instead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Contacts are mostly missing </a:t>
            </a:r>
            <a:r>
              <a:rPr sz="1050">
                <a:solidFill>
                  <a:srgbClr val="535C69"/>
                </a:solidFill>
                <a:latin typeface="Arial"/>
              </a:rPr>
              <a:t>— 20 of 25 current candidates read NEEDS LOOKUP, because the contact grid has almost no names in it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Programme matches are leads, not facts </a:t>
            </a:r>
            <a:r>
              <a:rPr sz="1050">
                <a:solidFill>
                  <a:srgbClr val="535C69"/>
                </a:solidFill>
                <a:latin typeface="Arial"/>
              </a:rPr>
              <a:t>— “sponsor presenting” means someone from that company has a poster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CBER depends on Purple Book lag </a:t>
            </a:r>
            <a:r>
              <a:rPr sz="1050">
                <a:solidFill>
                  <a:srgbClr val="535C69"/>
                </a:solidFill>
                <a:latin typeface="Arial"/>
              </a:rPr>
              <a:t>— only January was published for 2026 at the time of 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4846320"/>
            <a:ext cx="56235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4992624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9B3A3A"/>
                </a:solidFill>
                <a:latin typeface="Arial"/>
              </a:rPr>
              <a:t>THE BIGGEST ONE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222B"/>
                </a:solidFill>
                <a:latin typeface="Arial"/>
              </a:rPr>
              <a:t>It runs on one person's laptop. The tool is portable, but somebody still has to own it — otherwise this rebuilds the exact dependency that produced the 2025 trough.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13258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FOR THE GROUP TO DECIDE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4808" y="1645920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29400" y="1764792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Who owns the queue — a named AE, a rotation, or the A-team?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64808" y="2487168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2606040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What is the score threshold for actually inviting someone?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4808" y="3328416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29400" y="3447288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Do we chase the contact grid, or route invitations through ASCPT?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4808" y="4169664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29400" y="4288536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Should the dossier be shared with the whole AE group before the meeting?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64808" y="5010912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29400" y="5129784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Does this stay on a laptop, or move somewhere the journal controls?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